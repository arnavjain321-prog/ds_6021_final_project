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4"/>
  </p:normalViewPr>
  <p:slideViewPr>
    <p:cSldViewPr snapToGrid="0" snapToObjects="1">
      <p:cViewPr varScale="1">
        <p:scale>
          <a:sx n="105" d="100"/>
          <a:sy n="105" d="100"/>
        </p:scale>
        <p:origin x="17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SNAP ML Dashboard Project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BA4156-625B-6290-E986-8653E36C3C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Visualizations &amp; Variable Summaries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Poverty rate varies widely among states.</a:t>
            </a:r>
          </a:p>
          <a:p>
            <a:r>
              <a:t>• Strong relationship between poverty and SNAP participation.</a:t>
            </a:r>
          </a:p>
          <a:p>
            <a:r>
              <a:t>• Benefits per person differ significantly by SNAP policy class.</a:t>
            </a:r>
          </a:p>
          <a:p>
            <a:r>
              <a:t>• Several socioeconomic and demographic features drive SNAP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Poverty Rate Distribution</a:t>
            </a:r>
          </a:p>
        </p:txBody>
      </p:sp>
      <p:pic>
        <p:nvPicPr>
          <p:cNvPr id="3" name="Picture 2" descr="plot_poverty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Poverty vs SNAP Participation</a:t>
            </a:r>
          </a:p>
        </p:txBody>
      </p:sp>
      <p:pic>
        <p:nvPicPr>
          <p:cNvPr id="3" name="Picture 2" descr="plo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per Person by Policy Class</a:t>
            </a:r>
          </a:p>
        </p:txBody>
      </p:sp>
      <p:pic>
        <p:nvPicPr>
          <p:cNvPr id="3" name="Picture 2" descr="plot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Can socioeconomic features predict SNAP policy class?</a:t>
            </a:r>
          </a:p>
          <a:p>
            <a:r>
              <a:t>2. Which variables drive benefits_per_person?</a:t>
            </a:r>
          </a:p>
          <a:p>
            <a:r>
              <a:t>3. Do states cluster naturally based on food insecurity and SNAP usage?</a:t>
            </a:r>
          </a:p>
          <a:p>
            <a:r>
              <a:t>4. Can we create a prediction tool for policymakers?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Regression (Linear, Ridge, Lasso) predicts benefits_per_person.</a:t>
            </a:r>
          </a:p>
          <a:p>
            <a:r>
              <a:t>• Classification (Logistic, KNN, MLP) predicts SNAP policy class.</a:t>
            </a:r>
          </a:p>
          <a:p>
            <a:r>
              <a:t>• High accuracy achieved in Logistic and MLP models.</a:t>
            </a:r>
          </a:p>
          <a:p>
            <a:r>
              <a:t>• Interactive app allows users to test predictions with custom inputs.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K-means clustering (k=3) separates states into meaningful groups.</a:t>
            </a:r>
          </a:p>
          <a:p>
            <a:r>
              <a:t>• PCA reveals strong separation by socioeconomic structure.</a:t>
            </a:r>
          </a:p>
          <a:p>
            <a:r>
              <a:t>• Clusters align with SNAP policy types and poverty/benefit trends.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Full ML dashboard built using Dash.</a:t>
            </a:r>
          </a:p>
          <a:p>
            <a:r>
              <a:rPr dirty="0"/>
              <a:t>• Includes EDA, Regression, Classification, Clustering, PCA.</a:t>
            </a:r>
          </a:p>
          <a:p>
            <a:r>
              <a:rPr dirty="0"/>
              <a:t>• Custom prediction tool with user input sliders.</a:t>
            </a:r>
          </a:p>
          <a:p>
            <a:r>
              <a:rPr dirty="0"/>
              <a:t>• </a:t>
            </a:r>
            <a:r>
              <a:rPr lang="en-US" dirty="0"/>
              <a:t>Link: https://ds-6021-final-project-snap.onrender.com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243</Words>
  <Application>Microsoft Macintosh PowerPoint</Application>
  <PresentationFormat>On-screen Show (4:3)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SNAP ML Dashboard Project</vt:lpstr>
      <vt:lpstr>Key Visualizations &amp; Variable Summaries</vt:lpstr>
      <vt:lpstr>Poverty Rate Distribution</vt:lpstr>
      <vt:lpstr>Poverty vs SNAP Participation</vt:lpstr>
      <vt:lpstr>Benefits per Person by Policy Class</vt:lpstr>
      <vt:lpstr>Research Questions</vt:lpstr>
      <vt:lpstr>Predictive Modeling Approach</vt:lpstr>
      <vt:lpstr>Unsupervised Learning Findings</vt:lpstr>
      <vt:lpstr>Dashboard 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Habboub, Razan (xtz6gr)</cp:lastModifiedBy>
  <cp:revision>3</cp:revision>
  <dcterms:created xsi:type="dcterms:W3CDTF">2013-01-27T09:14:16Z</dcterms:created>
  <dcterms:modified xsi:type="dcterms:W3CDTF">2025-11-21T15:34:13Z</dcterms:modified>
  <cp:category/>
</cp:coreProperties>
</file>